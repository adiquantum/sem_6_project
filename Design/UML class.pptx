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6_6D8o6~bte5"/>
  <p:tag name="LUCID-DOCUMENT" val="3d42d73c-0237-4f8b-b075-4da9745ee1aa"/>
  <p:tag name="LUCID-UPDATE-TIME" val="17732447046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