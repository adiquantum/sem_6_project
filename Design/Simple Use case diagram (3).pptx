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J8UCp7i1xA-O"/>
  <p:tag name="LUCID-DOCUMENT" val="3017e8c0-7051-48f9-9b24-6df178864202"/>
  <p:tag name="LUCID-UPDATE-TIME" val="177324456450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